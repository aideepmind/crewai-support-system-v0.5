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7"/>
    <p:restoredTop sz="94722"/>
  </p:normalViewPr>
  <p:slideViewPr>
    <p:cSldViewPr snapToGrid="0">
      <p:cViewPr varScale="1">
        <p:scale>
          <a:sx n="114" d="100"/>
          <a:sy n="114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BCE0-EE07-0974-65F3-D62378200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E8DC2-A869-E2A7-F158-6EA60B1CE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B8492-8AFF-1BF1-61BF-B8C8B85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A37A9-1124-A7D5-3CA2-2E002B7F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C0FA4-40A5-D29B-D9FE-72FD90E9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3313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CF91-CDC5-E198-1D36-6376DDBA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C58E-372D-549C-DE9A-BDBEDA5B7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5A253-8C23-ABDE-F571-7F52E331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4C27B-DBCF-3D17-216C-2DAA858E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03223-EF6E-5527-9A36-657624C7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372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A8EE-E945-0132-BD6E-BFC8FB621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DFF2A-77A0-9298-900A-ADFF9147C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BBF57-9C4D-8A6E-B338-018DBE89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DB429-D310-CFF0-701A-D5CF65E4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D3D03-6912-839D-2828-365B31BA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73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7705-832E-29F6-8B7B-29BCF3EF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D39B-62DD-3B1E-A1A0-43CEE6CE0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88236-BAD3-447F-2697-FD150E3D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C03AD-A433-D6B4-3874-A45A7B98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21EF0-94DE-DB1D-9D44-94A13371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0D2C2-F682-82AF-9334-C2CB0060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011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3EF6-0D08-5E0B-FBAC-3F8925C5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594E0-E244-3823-80BC-81912E6E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B8FE3-9906-3DE1-4670-DBD6F9F9F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4216D-2A17-77E9-726B-22B6238E2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4CAE2-A214-2A30-7B5E-E52BD68C0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BA09D-FAFF-B2CD-FE49-3C45A124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D2CED-734B-55DE-5D58-B138C5B3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DBCFF-F2FA-0B1C-795F-9729E863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536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53B-78C3-2195-B6C9-67305472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07355-7106-3645-6FC8-7614762D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F4977-BA44-B505-9D98-9EEB8B32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FED04-0A69-4449-6147-BB7E9D24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953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B82F29-C4EA-722C-AD3F-2DFACD18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78D1D-2B71-7B9B-482E-56FA6DAA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3F095-808D-2BB9-5D91-76E4A4AD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784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7718-89E5-BE26-71D9-D45D3409E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55BF9-EB56-BD2B-4971-B443F80B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544E7-0DD0-7454-6A5A-BF8C7F388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B26C5-B953-A876-22D1-393C6EF5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D0F19-07B9-B727-A07E-7E25B790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8B4AE-4DB0-BE51-4BA9-321729AD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27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0142-7E4F-A4D8-8D87-344C0C69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52B72-CA57-8232-DFA1-D0547A920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4C3CC-6DA9-D41D-3BA3-11EDAA492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6EBB0-5209-D572-E702-D2BD9DC9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361E-6287-E021-5A7D-6A73FDD0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7E025-701C-32BF-7C98-71FB7C6E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583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78A7-3285-8FA4-D50D-4D7BBA08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0F7F3-A22C-0798-7D5C-632763625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9AE6-4107-7B5B-4553-7B22B93B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4542E-8AA1-4BEB-D9C5-C25DABD5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7C1E6-3D3F-96F5-2E68-2178C895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743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4BFD1-4FF5-9D1A-0616-A53DD3D14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E8C98-FC07-C517-1426-BA0732DB6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B7A11-2977-F494-CD58-0D3FD8F3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7E9DA-2F4F-B596-25E8-D2A0231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93E4D-70BF-7493-E03E-811EBAE5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090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A8182-043F-1A63-AC38-2D4CEDFD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2B78B-477C-A62B-E893-D51DC54F1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459D-BC2F-489C-33B4-FDF4C1186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C1F1E-0056-8C4A-B6DA-740DD7660809}" type="datetimeFigureOut">
              <a:rPr lang="en-CN" smtClean="0"/>
              <a:t>2026/3/11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B90A4-6D93-31AD-3A7F-36FF4DAD3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E8B2D-E754-79AA-5E1E-3E63D338D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41229-4434-364A-A66C-BBEAB36864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288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9DAA-4094-5F36-5F10-B01F38DA4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361" y="2235200"/>
            <a:ext cx="9144000" cy="2387600"/>
          </a:xfrm>
        </p:spPr>
        <p:txBody>
          <a:bodyPr/>
          <a:lstStyle/>
          <a:p>
            <a:r>
              <a:rPr lang="en-CN" dirty="0"/>
              <a:t>Agentic</a:t>
            </a:r>
            <a:r>
              <a:rPr lang="zh-CN" altLang="en-US" dirty="0"/>
              <a:t> </a:t>
            </a:r>
            <a:r>
              <a:rPr lang="en-US" altLang="zh-CN" dirty="0"/>
              <a:t>Application</a:t>
            </a:r>
            <a:r>
              <a:rPr lang="en-CN" dirty="0"/>
              <a:t> </a:t>
            </a:r>
            <a:br>
              <a:rPr lang="en-CN" dirty="0"/>
            </a:br>
            <a:br>
              <a:rPr lang="en-CN" dirty="0"/>
            </a:br>
            <a:r>
              <a:rPr lang="en-CN" sz="4400" dirty="0"/>
              <a:t>核心架构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9282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7308AC-835D-B42D-C511-D821FCA2ED1E}"/>
              </a:ext>
            </a:extLst>
          </p:cNvPr>
          <p:cNvSpPr txBox="1"/>
          <p:nvPr/>
        </p:nvSpPr>
        <p:spPr>
          <a:xfrm>
            <a:off x="390292" y="301083"/>
            <a:ext cx="8184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主流程的</a:t>
            </a:r>
            <a:r>
              <a:rPr lang="zh-CN" altLang="en-US" dirty="0"/>
              <a:t>“</a:t>
            </a:r>
            <a:r>
              <a:rPr lang="en-CN" dirty="0"/>
              <a:t>返回内容</a:t>
            </a:r>
            <a:r>
              <a:rPr lang="zh-CN" altLang="en-US" dirty="0"/>
              <a:t>” 的格式如下，用于给前端进行交互显示</a:t>
            </a:r>
            <a:endParaRPr lang="en-US" altLang="zh-CN" dirty="0"/>
          </a:p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90CEB-D59A-36E4-A59B-BA9B4769E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3" y="947414"/>
            <a:ext cx="7772400" cy="23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9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B38210-B342-F2CD-9381-FA24EAF22FC3}"/>
              </a:ext>
            </a:extLst>
          </p:cNvPr>
          <p:cNvSpPr txBox="1"/>
          <p:nvPr/>
        </p:nvSpPr>
        <p:spPr>
          <a:xfrm>
            <a:off x="390292" y="301083"/>
            <a:ext cx="818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主流程的</a:t>
            </a:r>
            <a:r>
              <a:rPr lang="zh-CN" altLang="en-US" dirty="0"/>
              <a:t>：</a:t>
            </a:r>
            <a:r>
              <a:rPr lang="en-CN" dirty="0"/>
              <a:t>SupportState</a:t>
            </a:r>
            <a:r>
              <a:rPr lang="zh-CN" altLang="en-US" dirty="0"/>
              <a:t> 格式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0C6A1-7654-70B4-67FC-21E123962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2" y="670415"/>
            <a:ext cx="69977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2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FF3CEF-FD14-0964-52A3-43ADC5379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7" y="111394"/>
            <a:ext cx="7772400" cy="3754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686C95-3D5E-BE7C-7C94-0FA72B010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078" y="3429000"/>
            <a:ext cx="5395331" cy="3225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400929-B173-EC49-3C28-89246E8AB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317" y="211874"/>
            <a:ext cx="3916386" cy="1776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43137-BD45-588A-836F-2663E2DB7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91" y="4431822"/>
            <a:ext cx="5967157" cy="1544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AD38A-3330-FB4F-BC21-1C11FB3BD093}"/>
              </a:ext>
            </a:extLst>
          </p:cNvPr>
          <p:cNvSpPr txBox="1"/>
          <p:nvPr/>
        </p:nvSpPr>
        <p:spPr>
          <a:xfrm>
            <a:off x="215591" y="6110868"/>
            <a:ext cx="523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“</a:t>
            </a:r>
            <a:r>
              <a:rPr lang="en-US" sz="2000" dirty="0">
                <a:solidFill>
                  <a:srgbClr val="FF0000"/>
                </a:solidFill>
              </a:rPr>
              <a:t>A</a:t>
            </a:r>
            <a:r>
              <a:rPr lang="en-CN" sz="2000" dirty="0">
                <a:solidFill>
                  <a:srgbClr val="FF0000"/>
                </a:solidFill>
              </a:rPr>
              <a:t>gent输出格式</a:t>
            </a:r>
            <a:r>
              <a:rPr lang="zh-CN" altLang="en-US" sz="2000" dirty="0">
                <a:solidFill>
                  <a:srgbClr val="FF0000"/>
                </a:solidFill>
              </a:rPr>
              <a:t>”设置为</a:t>
            </a:r>
            <a:r>
              <a:rPr lang="en-CN" sz="2000" dirty="0">
                <a:solidFill>
                  <a:srgbClr val="FF0000"/>
                </a:solidFill>
              </a:rPr>
              <a:t>IntentOutput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Class</a:t>
            </a:r>
            <a:r>
              <a:rPr lang="zh-CN" altLang="en-US" sz="2000" dirty="0">
                <a:solidFill>
                  <a:srgbClr val="FF0000"/>
                </a:solidFill>
              </a:rPr>
              <a:t>定义</a:t>
            </a:r>
            <a:endParaRPr lang="en-CN" sz="20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E531EA-D106-6FED-0DB0-AC8780741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377" y="2984500"/>
            <a:ext cx="5727700" cy="444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57228D-4032-ABE4-2C26-5752BF527AB2}"/>
              </a:ext>
            </a:extLst>
          </p:cNvPr>
          <p:cNvSpPr txBox="1"/>
          <p:nvPr/>
        </p:nvSpPr>
        <p:spPr>
          <a:xfrm>
            <a:off x="7956169" y="2153503"/>
            <a:ext cx="4340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CN" sz="2400" dirty="0">
                <a:solidFill>
                  <a:srgbClr val="FF0000"/>
                </a:solidFill>
              </a:rPr>
              <a:t>ain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flow</a:t>
            </a:r>
            <a:r>
              <a:rPr lang="zh-CN" altLang="en-US" sz="2400" dirty="0">
                <a:solidFill>
                  <a:srgbClr val="FF0000"/>
                </a:solidFill>
              </a:rPr>
              <a:t>的核心数据：</a:t>
            </a:r>
            <a:r>
              <a:rPr lang="en-US" altLang="zh-CN" sz="2400" dirty="0" err="1">
                <a:solidFill>
                  <a:srgbClr val="FF0000"/>
                </a:solidFill>
              </a:rPr>
              <a:t>SupportState</a:t>
            </a:r>
            <a:endParaRPr lang="en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9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3D75-78A0-E191-8215-510E17D6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78" y="0"/>
            <a:ext cx="10515600" cy="1325563"/>
          </a:xfrm>
        </p:spPr>
        <p:txBody>
          <a:bodyPr/>
          <a:lstStyle/>
          <a:p>
            <a:r>
              <a:rPr lang="en-CN" dirty="0"/>
              <a:t>多次交互参数填充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D26E1-C6F2-5909-D305-2DF47E901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2" y="2288748"/>
            <a:ext cx="5472092" cy="3097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8CC92-8FAB-1538-D569-C3664282F75A}"/>
              </a:ext>
            </a:extLst>
          </p:cNvPr>
          <p:cNvSpPr txBox="1"/>
          <p:nvPr/>
        </p:nvSpPr>
        <p:spPr>
          <a:xfrm>
            <a:off x="323385" y="1405054"/>
            <a:ext cx="3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Routing</a:t>
            </a:r>
            <a:r>
              <a:rPr lang="zh-CN" altLang="en-US" dirty="0"/>
              <a:t> </a:t>
            </a:r>
            <a:r>
              <a:rPr lang="en-CN" dirty="0"/>
              <a:t>task提示词</a:t>
            </a:r>
            <a:r>
              <a:rPr lang="zh-CN" altLang="en-US" dirty="0"/>
              <a:t>：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CEC764-67E4-AFD1-6C94-0E8BB1032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22" y="2288748"/>
            <a:ext cx="5362200" cy="3215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8DEE6D-8E58-E586-5112-B80E29CDDEB5}"/>
              </a:ext>
            </a:extLst>
          </p:cNvPr>
          <p:cNvSpPr txBox="1"/>
          <p:nvPr/>
        </p:nvSpPr>
        <p:spPr>
          <a:xfrm>
            <a:off x="6259553" y="1437823"/>
            <a:ext cx="3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CN" dirty="0"/>
              <a:t>outing</a:t>
            </a:r>
            <a:r>
              <a:rPr lang="zh-CN" altLang="en-US" dirty="0"/>
              <a:t> </a:t>
            </a:r>
            <a:r>
              <a:rPr lang="en-CN" dirty="0"/>
              <a:t>task的定义</a:t>
            </a:r>
          </a:p>
        </p:txBody>
      </p:sp>
    </p:spTree>
    <p:extLst>
      <p:ext uri="{BB962C8B-B14F-4D97-AF65-F5344CB8AC3E}">
        <p14:creationId xmlns:p14="http://schemas.microsoft.com/office/powerpoint/2010/main" val="2758987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6455-9DB5-3F83-83EF-1E3E1951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29" y="133816"/>
            <a:ext cx="10179205" cy="892098"/>
          </a:xfrm>
        </p:spPr>
        <p:txBody>
          <a:bodyPr/>
          <a:lstStyle/>
          <a:p>
            <a:r>
              <a:rPr lang="en-CN" dirty="0"/>
              <a:t>多任务参数传递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515DAD-98F0-7B76-2219-91B04D98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6" y="2926715"/>
            <a:ext cx="7036107" cy="35744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BFDF3-F3D8-C62C-2F0C-CD7215845768}"/>
              </a:ext>
            </a:extLst>
          </p:cNvPr>
          <p:cNvSpPr txBox="1"/>
          <p:nvPr/>
        </p:nvSpPr>
        <p:spPr>
          <a:xfrm>
            <a:off x="4817326" y="2048128"/>
            <a:ext cx="390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第二个task</a:t>
            </a:r>
            <a:r>
              <a:rPr lang="zh-CN" altLang="en-US" dirty="0"/>
              <a:t>，提示词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0D952-AA69-7313-C4D0-6AAE90181233}"/>
              </a:ext>
            </a:extLst>
          </p:cNvPr>
          <p:cNvSpPr txBox="1"/>
          <p:nvPr/>
        </p:nvSpPr>
        <p:spPr>
          <a:xfrm>
            <a:off x="376354" y="1463224"/>
            <a:ext cx="3615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fitness_consulting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”</a:t>
            </a:r>
          </a:p>
          <a:p>
            <a:endParaRPr lang="en-US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zh-CN" alt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task1:</a:t>
            </a:r>
            <a:r>
              <a:rPr lang="en-US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bmi_task</a:t>
            </a:r>
            <a:endParaRPr lang="en-US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Menlo" panose="020B0609030804020204" pitchFamily="49" charset="0"/>
              </a:rPr>
              <a:t>     </a:t>
            </a:r>
            <a:endParaRPr lang="en-US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Menlo" panose="020B0609030804020204" pitchFamily="49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task2:</a:t>
            </a:r>
            <a:r>
              <a:rPr lang="en-US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fitness_task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46477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093A3-C568-9D73-B52D-DC1D92AEF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702" y="2700341"/>
            <a:ext cx="5982629" cy="4005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016E89-9111-F76C-DAC0-4A1FDDD46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69" y="1759911"/>
            <a:ext cx="5879827" cy="3338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3C191-B577-BF63-4FCD-5B17B541D3E5}"/>
              </a:ext>
            </a:extLst>
          </p:cNvPr>
          <p:cNvSpPr txBox="1"/>
          <p:nvPr/>
        </p:nvSpPr>
        <p:spPr>
          <a:xfrm>
            <a:off x="702527" y="858644"/>
            <a:ext cx="414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第二个task定义及调用</a:t>
            </a:r>
          </a:p>
        </p:txBody>
      </p:sp>
    </p:spTree>
    <p:extLst>
      <p:ext uri="{BB962C8B-B14F-4D97-AF65-F5344CB8AC3E}">
        <p14:creationId xmlns:p14="http://schemas.microsoft.com/office/powerpoint/2010/main" val="346399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FD83-369F-DC67-2C50-F24055A9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68" y="130949"/>
            <a:ext cx="10515600" cy="1325563"/>
          </a:xfrm>
        </p:spPr>
        <p:txBody>
          <a:bodyPr/>
          <a:lstStyle/>
          <a:p>
            <a:r>
              <a:rPr lang="en-CN" dirty="0"/>
              <a:t>前端多用户隔离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08305-F97F-D9D6-7B5D-7522FABE7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8" y="1858742"/>
            <a:ext cx="8346636" cy="3829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086466-B296-2385-BF9F-67CE726267D9}"/>
              </a:ext>
            </a:extLst>
          </p:cNvPr>
          <p:cNvSpPr txBox="1"/>
          <p:nvPr/>
        </p:nvSpPr>
        <p:spPr>
          <a:xfrm>
            <a:off x="635620" y="1170194"/>
            <a:ext cx="440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</a:t>
            </a:r>
            <a:r>
              <a:rPr lang="en-US" dirty="0" err="1"/>
              <a:t>服务层</a:t>
            </a:r>
            <a:r>
              <a:rPr lang="zh-CN" altLang="en-US" dirty="0"/>
              <a:t>：</a:t>
            </a:r>
            <a:r>
              <a:rPr lang="en-US" dirty="0"/>
              <a:t>C</a:t>
            </a:r>
            <a:r>
              <a:rPr lang="en-CN" dirty="0"/>
              <a:t>hatservice</a:t>
            </a:r>
            <a:r>
              <a:rPr lang="en-US" dirty="0"/>
              <a:t>.</a:t>
            </a:r>
            <a:r>
              <a:rPr lang="en-US" dirty="0" err="1"/>
              <a:t>py</a:t>
            </a:r>
            <a:r>
              <a:rPr lang="en-US" dirty="0"/>
              <a:t> 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6754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29978</TotalTime>
  <Words>86</Words>
  <Application>Microsoft Macintosh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Menlo</vt:lpstr>
      <vt:lpstr>Office Theme</vt:lpstr>
      <vt:lpstr>Agentic Application   核心架构</vt:lpstr>
      <vt:lpstr>PowerPoint Presentation</vt:lpstr>
      <vt:lpstr>PowerPoint Presentation</vt:lpstr>
      <vt:lpstr>PowerPoint Presentation</vt:lpstr>
      <vt:lpstr>多次交互参数填充</vt:lpstr>
      <vt:lpstr>多任务参数传递</vt:lpstr>
      <vt:lpstr>PowerPoint Presentation</vt:lpstr>
      <vt:lpstr>前端多用户隔离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</cp:revision>
  <dcterms:created xsi:type="dcterms:W3CDTF">2026-03-11T13:21:16Z</dcterms:created>
  <dcterms:modified xsi:type="dcterms:W3CDTF">2026-04-01T09:00:12Z</dcterms:modified>
</cp:coreProperties>
</file>